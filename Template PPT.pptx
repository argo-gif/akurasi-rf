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autoCompressPictures="0">
  <p:sldMasterIdLst>
    <p:sldMasterId id="2147483648" r:id="rId1"/>
  </p:sldMasterIdLst>
  <p:notesMasterIdLst>
    <p:notesMasterId r:id="rId17"/>
  </p:notesMasterIdLst>
  <p:sldIdLst>
    <p:sldId id="256" r:id="rId2"/>
    <p:sldId id="258" r:id="rId3"/>
    <p:sldId id="260" r:id="rId4"/>
    <p:sldId id="261" r:id="rId5"/>
    <p:sldId id="262" r:id="rId6"/>
    <p:sldId id="263" r:id="rId7"/>
    <p:sldId id="270" r:id="rId8"/>
    <p:sldId id="271" r:id="rId9"/>
    <p:sldId id="266" r:id="rId10"/>
    <p:sldId id="269" r:id="rId11"/>
    <p:sldId id="267" r:id="rId12"/>
    <p:sldId id="268" r:id="rId13"/>
    <p:sldId id="265" r:id="rId14"/>
    <p:sldId id="264" r:id="rId15"/>
    <p:sldId id="259" r:id="rId16"/>
  </p:sldIdLst>
  <p:sldSz cx="9144000" cy="5143500" type="screen16x9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9pPr>
  </p:defaultTextStyle>
  <p:extLst>
    <p:ext uri="{EFAFB233-063F-42B5-8137-9DF3F51BA10A}">
      <p15:sldGuideLst xmlns:p15="http://schemas.microsoft.com/office/powerpoint/2012/main">
        <p15:guide id="1" orient="horz" pos="1620" userDrawn="1">
          <p15:clr>
            <a:srgbClr val="747775"/>
          </p15:clr>
        </p15:guide>
        <p15:guide id="2" pos="2880" userDrawn="1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howGuides="1">
      <p:cViewPr varScale="1">
        <p:scale>
          <a:sx n="99" d="100"/>
          <a:sy n="99" d="100"/>
        </p:scale>
        <p:origin x="922" y="72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g359956e13c8_0_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4" name="Google Shape;64;g359956e13c8_0_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2">
          <a:extLst>
            <a:ext uri="{FF2B5EF4-FFF2-40B4-BE49-F238E27FC236}">
              <a16:creationId xmlns:a16="http://schemas.microsoft.com/office/drawing/2014/main" id="{0EBA3C5C-0826-4809-1C7B-84EF24980D9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g359956e13c8_0_5:notes">
            <a:extLst>
              <a:ext uri="{FF2B5EF4-FFF2-40B4-BE49-F238E27FC236}">
                <a16:creationId xmlns:a16="http://schemas.microsoft.com/office/drawing/2014/main" id="{F348469C-99E4-B52B-BCDC-F8C2AF5C86F7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4" name="Google Shape;64;g359956e13c8_0_5:notes">
            <a:extLst>
              <a:ext uri="{FF2B5EF4-FFF2-40B4-BE49-F238E27FC236}">
                <a16:creationId xmlns:a16="http://schemas.microsoft.com/office/drawing/2014/main" id="{BB0BE72E-CB1C-4DF3-6A32-9A5C0488FFD0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48594618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2">
          <a:extLst>
            <a:ext uri="{FF2B5EF4-FFF2-40B4-BE49-F238E27FC236}">
              <a16:creationId xmlns:a16="http://schemas.microsoft.com/office/drawing/2014/main" id="{DE284D1A-62E0-DBCC-7234-D5DE501990D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g359956e13c8_0_5:notes">
            <a:extLst>
              <a:ext uri="{FF2B5EF4-FFF2-40B4-BE49-F238E27FC236}">
                <a16:creationId xmlns:a16="http://schemas.microsoft.com/office/drawing/2014/main" id="{BAB957F0-5225-6791-1413-CB1D2B31DBF8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4" name="Google Shape;64;g359956e13c8_0_5:notes">
            <a:extLst>
              <a:ext uri="{FF2B5EF4-FFF2-40B4-BE49-F238E27FC236}">
                <a16:creationId xmlns:a16="http://schemas.microsoft.com/office/drawing/2014/main" id="{B6AA508C-5278-13DC-895F-894029A6C3C0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94375502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2">
          <a:extLst>
            <a:ext uri="{FF2B5EF4-FFF2-40B4-BE49-F238E27FC236}">
              <a16:creationId xmlns:a16="http://schemas.microsoft.com/office/drawing/2014/main" id="{8D401C26-99B9-4C57-41F3-1E6315960DA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g359956e13c8_0_5:notes">
            <a:extLst>
              <a:ext uri="{FF2B5EF4-FFF2-40B4-BE49-F238E27FC236}">
                <a16:creationId xmlns:a16="http://schemas.microsoft.com/office/drawing/2014/main" id="{FCC1B478-498C-1E53-7E62-5EF472F17C60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4" name="Google Shape;64;g359956e13c8_0_5:notes">
            <a:extLst>
              <a:ext uri="{FF2B5EF4-FFF2-40B4-BE49-F238E27FC236}">
                <a16:creationId xmlns:a16="http://schemas.microsoft.com/office/drawing/2014/main" id="{65AF07AE-0081-A9CC-0D25-BFC0286B3259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205316297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2">
          <a:extLst>
            <a:ext uri="{FF2B5EF4-FFF2-40B4-BE49-F238E27FC236}">
              <a16:creationId xmlns:a16="http://schemas.microsoft.com/office/drawing/2014/main" id="{4B062785-C962-7269-5CC4-37033B82684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g359956e13c8_0_5:notes">
            <a:extLst>
              <a:ext uri="{FF2B5EF4-FFF2-40B4-BE49-F238E27FC236}">
                <a16:creationId xmlns:a16="http://schemas.microsoft.com/office/drawing/2014/main" id="{B766D11F-2A5C-2BF2-AAAB-30C20DB47C6B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4" name="Google Shape;64;g359956e13c8_0_5:notes">
            <a:extLst>
              <a:ext uri="{FF2B5EF4-FFF2-40B4-BE49-F238E27FC236}">
                <a16:creationId xmlns:a16="http://schemas.microsoft.com/office/drawing/2014/main" id="{B2853CED-A04C-A867-5202-ABDF3CD1FEE5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228098733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2">
          <a:extLst>
            <a:ext uri="{FF2B5EF4-FFF2-40B4-BE49-F238E27FC236}">
              <a16:creationId xmlns:a16="http://schemas.microsoft.com/office/drawing/2014/main" id="{9A8F5C69-DAA9-91CF-271E-0310946CEEB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g359956e13c8_0_5:notes">
            <a:extLst>
              <a:ext uri="{FF2B5EF4-FFF2-40B4-BE49-F238E27FC236}">
                <a16:creationId xmlns:a16="http://schemas.microsoft.com/office/drawing/2014/main" id="{330F2C87-1344-5573-2B1C-612974C4E750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4" name="Google Shape;64;g359956e13c8_0_5:notes">
            <a:extLst>
              <a:ext uri="{FF2B5EF4-FFF2-40B4-BE49-F238E27FC236}">
                <a16:creationId xmlns:a16="http://schemas.microsoft.com/office/drawing/2014/main" id="{4602D758-9802-2510-2D31-30919C4B2978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542326666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2">
          <a:extLst>
            <a:ext uri="{FF2B5EF4-FFF2-40B4-BE49-F238E27FC236}">
              <a16:creationId xmlns:a16="http://schemas.microsoft.com/office/drawing/2014/main" id="{853CAC8C-876D-989A-A3DF-A7806CEB289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g359956e13c8_0_5:notes">
            <a:extLst>
              <a:ext uri="{FF2B5EF4-FFF2-40B4-BE49-F238E27FC236}">
                <a16:creationId xmlns:a16="http://schemas.microsoft.com/office/drawing/2014/main" id="{A6968ABC-2222-55BE-CB37-78EEA282F980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4" name="Google Shape;64;g359956e13c8_0_5:notes">
            <a:extLst>
              <a:ext uri="{FF2B5EF4-FFF2-40B4-BE49-F238E27FC236}">
                <a16:creationId xmlns:a16="http://schemas.microsoft.com/office/drawing/2014/main" id="{0FAE89EA-B919-5525-C172-4B2D8AD41EDC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570827785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2">
          <a:extLst>
            <a:ext uri="{FF2B5EF4-FFF2-40B4-BE49-F238E27FC236}">
              <a16:creationId xmlns:a16="http://schemas.microsoft.com/office/drawing/2014/main" id="{19FFE525-B9C3-85BF-BEF2-605997922F4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g359956e13c8_0_5:notes">
            <a:extLst>
              <a:ext uri="{FF2B5EF4-FFF2-40B4-BE49-F238E27FC236}">
                <a16:creationId xmlns:a16="http://schemas.microsoft.com/office/drawing/2014/main" id="{19919787-6D23-5A50-D70D-37EF26624F6B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4" name="Google Shape;64;g359956e13c8_0_5:notes">
            <a:extLst>
              <a:ext uri="{FF2B5EF4-FFF2-40B4-BE49-F238E27FC236}">
                <a16:creationId xmlns:a16="http://schemas.microsoft.com/office/drawing/2014/main" id="{2BF22B23-C2A7-6B5C-3BA3-39EABE3C6807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4025963139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2">
          <a:extLst>
            <a:ext uri="{FF2B5EF4-FFF2-40B4-BE49-F238E27FC236}">
              <a16:creationId xmlns:a16="http://schemas.microsoft.com/office/drawing/2014/main" id="{61B7D0EF-016A-4A7C-878B-8EBE05F3BD6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g359956e13c8_0_5:notes">
            <a:extLst>
              <a:ext uri="{FF2B5EF4-FFF2-40B4-BE49-F238E27FC236}">
                <a16:creationId xmlns:a16="http://schemas.microsoft.com/office/drawing/2014/main" id="{2330CD92-FF13-3B9D-AE96-7F27438395DE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4" name="Google Shape;64;g359956e13c8_0_5:notes">
            <a:extLst>
              <a:ext uri="{FF2B5EF4-FFF2-40B4-BE49-F238E27FC236}">
                <a16:creationId xmlns:a16="http://schemas.microsoft.com/office/drawing/2014/main" id="{8211F923-B081-362B-0760-DFA7DBD0EB30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782501518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2">
          <a:extLst>
            <a:ext uri="{FF2B5EF4-FFF2-40B4-BE49-F238E27FC236}">
              <a16:creationId xmlns:a16="http://schemas.microsoft.com/office/drawing/2014/main" id="{A9035E2A-A1D9-CF75-9035-E0C41B14C70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g359956e13c8_0_5:notes">
            <a:extLst>
              <a:ext uri="{FF2B5EF4-FFF2-40B4-BE49-F238E27FC236}">
                <a16:creationId xmlns:a16="http://schemas.microsoft.com/office/drawing/2014/main" id="{8105034D-FD2B-1CD5-D5EA-B1C8FA1FAC79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4" name="Google Shape;64;g359956e13c8_0_5:notes">
            <a:extLst>
              <a:ext uri="{FF2B5EF4-FFF2-40B4-BE49-F238E27FC236}">
                <a16:creationId xmlns:a16="http://schemas.microsoft.com/office/drawing/2014/main" id="{2B995F57-B596-1FB8-2F5E-F279AD4CA26D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617224655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2">
          <a:extLst>
            <a:ext uri="{FF2B5EF4-FFF2-40B4-BE49-F238E27FC236}">
              <a16:creationId xmlns:a16="http://schemas.microsoft.com/office/drawing/2014/main" id="{43A8F4B5-84C3-A1C7-769E-CCA180E058D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g359956e13c8_0_5:notes">
            <a:extLst>
              <a:ext uri="{FF2B5EF4-FFF2-40B4-BE49-F238E27FC236}">
                <a16:creationId xmlns:a16="http://schemas.microsoft.com/office/drawing/2014/main" id="{7CF7AAB0-44D6-D635-BD4B-8C3F5D2F9942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4" name="Google Shape;64;g359956e13c8_0_5:notes">
            <a:extLst>
              <a:ext uri="{FF2B5EF4-FFF2-40B4-BE49-F238E27FC236}">
                <a16:creationId xmlns:a16="http://schemas.microsoft.com/office/drawing/2014/main" id="{0A8FE482-77A2-3F2F-5CE1-93F303471E8F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578608578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2">
          <a:extLst>
            <a:ext uri="{FF2B5EF4-FFF2-40B4-BE49-F238E27FC236}">
              <a16:creationId xmlns:a16="http://schemas.microsoft.com/office/drawing/2014/main" id="{1C159C1C-07D8-CC85-D0BC-41A81785415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g359956e13c8_0_5:notes">
            <a:extLst>
              <a:ext uri="{FF2B5EF4-FFF2-40B4-BE49-F238E27FC236}">
                <a16:creationId xmlns:a16="http://schemas.microsoft.com/office/drawing/2014/main" id="{18E5637A-5D45-6440-550F-265BD4B5363E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4" name="Google Shape;64;g359956e13c8_0_5:notes">
            <a:extLst>
              <a:ext uri="{FF2B5EF4-FFF2-40B4-BE49-F238E27FC236}">
                <a16:creationId xmlns:a16="http://schemas.microsoft.com/office/drawing/2014/main" id="{9C906013-F764-31EC-F463-FFB54B8BC5D7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616506532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2">
          <a:extLst>
            <a:ext uri="{FF2B5EF4-FFF2-40B4-BE49-F238E27FC236}">
              <a16:creationId xmlns:a16="http://schemas.microsoft.com/office/drawing/2014/main" id="{0A7FF4F6-A366-0D88-28B1-68D0D42C07F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g359956e13c8_0_5:notes">
            <a:extLst>
              <a:ext uri="{FF2B5EF4-FFF2-40B4-BE49-F238E27FC236}">
                <a16:creationId xmlns:a16="http://schemas.microsoft.com/office/drawing/2014/main" id="{72337A15-678A-ADD6-F47D-06477CD2AA95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4" name="Google Shape;64;g359956e13c8_0_5:notes">
            <a:extLst>
              <a:ext uri="{FF2B5EF4-FFF2-40B4-BE49-F238E27FC236}">
                <a16:creationId xmlns:a16="http://schemas.microsoft.com/office/drawing/2014/main" id="{2BAAE48E-3361-5E29-D263-8A97CE1636B2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018412350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g359956e13c8_0_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1" name="Google Shape;71;g359956e13c8_0_1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>
            <a:spLocks noGrp="1"/>
          </p:cNvSpPr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11" name="Google Shape;11;p2"/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12" name="Google Shape;12;p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>
            <a:spLocks noGrp="1"/>
          </p:cNvSpPr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15" name="Google Shape;15;p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5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3" name="Google Shape;23;p5"/>
          <p:cNvSpPr txBox="1">
            <a:spLocks noGrp="1"/>
          </p:cNvSpPr>
          <p:nvPr>
            <p:ph type="body" idx="2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4" name="Google Shape;24;p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>
            <a:spLocks noGrp="1"/>
          </p:cNvSpPr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30" name="Google Shape;30;p7"/>
          <p:cNvSpPr txBox="1">
            <a:spLocks noGrp="1"/>
          </p:cNvSpPr>
          <p:nvPr>
            <p:ph type="body" idx="1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1" name="Google Shape;31;p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>
            <a:spLocks noGrp="1"/>
          </p:cNvSpPr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34" name="Google Shape;34;p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" name="Google Shape;37;p9"/>
          <p:cNvSpPr txBox="1">
            <a:spLocks noGrp="1"/>
          </p:cNvSpPr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38" name="Google Shape;38;p9"/>
          <p:cNvSpPr txBox="1">
            <a:spLocks noGrp="1"/>
          </p:cNvSpPr>
          <p:nvPr>
            <p:ph type="subTitle" idx="1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39" name="Google Shape;39;p9"/>
          <p:cNvSpPr txBox="1">
            <a:spLocks noGrp="1"/>
          </p:cNvSpPr>
          <p:nvPr>
            <p:ph type="body" idx="2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0" name="Google Shape;40;p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>
            <a:spLocks noGrp="1"/>
          </p:cNvSpPr>
          <p:nvPr>
            <p:ph type="body" idx="1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>
            <a:endParaRPr/>
          </a:p>
        </p:txBody>
      </p:sp>
      <p:sp>
        <p:nvSpPr>
          <p:cNvPr id="43" name="Google Shape;43;p1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>
            <a:spLocks noGrp="1"/>
          </p:cNvSpPr>
          <p:nvPr>
            <p:ph type="title" hasCustomPrompt="1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>
            <a:spLocks noGrp="1"/>
          </p:cNvSpPr>
          <p:nvPr>
            <p:ph type="body" idx="1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7" name="Google Shape;47;p1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marL="914400" lvl="1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marL="1371600" lvl="2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marL="1828800" lvl="3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marL="2286000" lvl="4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marL="2743200" lvl="5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marL="3200400" lvl="6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marL="3657600" lvl="7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marL="4114800" lvl="8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 lang="en-US"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2" r:id="rId3"/>
    <p:sldLayoutId id="2147483653" r:id="rId4"/>
    <p:sldLayoutId id="2147483654" r:id="rId5"/>
    <p:sldLayoutId id="2147483655" r:id="rId6"/>
    <p:sldLayoutId id="2147483656" r:id="rId7"/>
    <p:sldLayoutId id="2147483657" r:id="rId8"/>
    <p:sldLayoutId id="2147483658" r:id="rId9"/>
    <p:sldLayoutId id="2147483659" r:id="rId10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3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3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/>
          <a:stretch>
            <a:fillRect/>
          </a:stretch>
        </a:blipFill>
        <a:effectLst/>
      </p:bgPr>
    </p:bg>
    <p:spTree>
      <p:nvGrpSpPr>
        <p:cNvPr id="1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>
            <a:spLocks noGrp="1"/>
          </p:cNvSpPr>
          <p:nvPr>
            <p:ph type="ctrTitle"/>
          </p:nvPr>
        </p:nvSpPr>
        <p:spPr>
          <a:xfrm>
            <a:off x="4454100" y="1441025"/>
            <a:ext cx="4378200" cy="1356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2400" dirty="0"/>
          </a:p>
        </p:txBody>
      </p:sp>
      <p:sp>
        <p:nvSpPr>
          <p:cNvPr id="55" name="Google Shape;55;p13"/>
          <p:cNvSpPr txBox="1">
            <a:spLocks noGrp="1"/>
          </p:cNvSpPr>
          <p:nvPr>
            <p:ph type="subTitle" idx="1"/>
          </p:nvPr>
        </p:nvSpPr>
        <p:spPr>
          <a:xfrm>
            <a:off x="5502125" y="3222675"/>
            <a:ext cx="3330300" cy="404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62500" lnSpcReduction="20000"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/>
          <a:stretch>
            <a:fillRect/>
          </a:stretch>
        </a:blipFill>
        <a:effectLst/>
      </p:bgPr>
    </p:bg>
    <p:spTree>
      <p:nvGrpSpPr>
        <p:cNvPr id="1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96840651-27F4-D052-2160-F974056B4D3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endParaRPr lang="en-ID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/>
          <a:stretch>
            <a:fillRect/>
          </a:stretch>
        </a:blipFill>
        <a:effectLst/>
      </p:bgPr>
    </p:bg>
    <p:spTree>
      <p:nvGrpSpPr>
        <p:cNvPr id="1" name="Shape 65">
          <a:extLst>
            <a:ext uri="{FF2B5EF4-FFF2-40B4-BE49-F238E27FC236}">
              <a16:creationId xmlns:a16="http://schemas.microsoft.com/office/drawing/2014/main" id="{AB0F090A-AE11-BA71-014C-79EF5E0AF9D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724D293C-6F97-D20D-F13C-40E531557CF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43950777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/>
          <a:stretch>
            <a:fillRect/>
          </a:stretch>
        </a:blipFill>
        <a:effectLst/>
      </p:bgPr>
    </p:bg>
    <p:spTree>
      <p:nvGrpSpPr>
        <p:cNvPr id="1" name="Shape 65">
          <a:extLst>
            <a:ext uri="{FF2B5EF4-FFF2-40B4-BE49-F238E27FC236}">
              <a16:creationId xmlns:a16="http://schemas.microsoft.com/office/drawing/2014/main" id="{BC51AF43-D872-719A-C6EA-864FDF7EA22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C8A016C2-E174-111C-A356-59D7154367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301247468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/>
          <a:stretch>
            <a:fillRect/>
          </a:stretch>
        </a:blipFill>
        <a:effectLst/>
      </p:bgPr>
    </p:bg>
    <p:spTree>
      <p:nvGrpSpPr>
        <p:cNvPr id="1" name="Shape 65">
          <a:extLst>
            <a:ext uri="{FF2B5EF4-FFF2-40B4-BE49-F238E27FC236}">
              <a16:creationId xmlns:a16="http://schemas.microsoft.com/office/drawing/2014/main" id="{8290DC83-EC4D-3586-8C2A-30BF3570C91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E196858A-4023-B6DB-00AB-50C0755CDF3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389212772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/>
          <a:stretch>
            <a:fillRect/>
          </a:stretch>
        </a:blipFill>
        <a:effectLst/>
      </p:bgPr>
    </p:bg>
    <p:spTree>
      <p:nvGrpSpPr>
        <p:cNvPr id="1" name="Shape 65">
          <a:extLst>
            <a:ext uri="{FF2B5EF4-FFF2-40B4-BE49-F238E27FC236}">
              <a16:creationId xmlns:a16="http://schemas.microsoft.com/office/drawing/2014/main" id="{12D3925E-80E8-B29F-04BB-63BBBFE4767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69DF9688-34DB-E4BC-A280-3B02F34F36A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335662850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/>
          <a:stretch>
            <a:fillRect/>
          </a:stretch>
        </a:blipFill>
        <a:effectLst/>
      </p:bgPr>
    </p:bg>
    <p:spTree>
      <p:nvGrpSpPr>
        <p:cNvPr id="1" name="Shape 65">
          <a:extLst>
            <a:ext uri="{FF2B5EF4-FFF2-40B4-BE49-F238E27FC236}">
              <a16:creationId xmlns:a16="http://schemas.microsoft.com/office/drawing/2014/main" id="{576672C9-1209-F7C7-1A25-228ECDABB35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7BD5FA52-ACF5-861A-3BC7-5496629EAA8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367442019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/>
          <a:stretch>
            <a:fillRect/>
          </a:stretch>
        </a:blipFill>
        <a:effectLst/>
      </p:bgPr>
    </p:bg>
    <p:spTree>
      <p:nvGrpSpPr>
        <p:cNvPr id="1" name="Shape 65">
          <a:extLst>
            <a:ext uri="{FF2B5EF4-FFF2-40B4-BE49-F238E27FC236}">
              <a16:creationId xmlns:a16="http://schemas.microsoft.com/office/drawing/2014/main" id="{FB602098-D1C6-EF02-6157-47FD5E079D6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3CA01E7A-A4B2-825F-EFCB-B17EEF593A5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200315949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/>
          <a:stretch>
            <a:fillRect/>
          </a:stretch>
        </a:blipFill>
        <a:effectLst/>
      </p:bgPr>
    </p:bg>
    <p:spTree>
      <p:nvGrpSpPr>
        <p:cNvPr id="1" name="Shape 65">
          <a:extLst>
            <a:ext uri="{FF2B5EF4-FFF2-40B4-BE49-F238E27FC236}">
              <a16:creationId xmlns:a16="http://schemas.microsoft.com/office/drawing/2014/main" id="{8ECD8376-EC0C-5273-1D07-26C8C70BD0B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1BC8AB82-0014-868E-AB71-45EC83BCCB7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206067262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/>
          <a:stretch>
            <a:fillRect/>
          </a:stretch>
        </a:blipFill>
        <a:effectLst/>
      </p:bgPr>
    </p:bg>
    <p:spTree>
      <p:nvGrpSpPr>
        <p:cNvPr id="1" name="Shape 65">
          <a:extLst>
            <a:ext uri="{FF2B5EF4-FFF2-40B4-BE49-F238E27FC236}">
              <a16:creationId xmlns:a16="http://schemas.microsoft.com/office/drawing/2014/main" id="{A12EBA9A-DA19-29D5-0B95-A306FB0F36C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94F76BFB-1D1A-8727-0F67-89A13F3A1B6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326516693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/>
          <a:stretch>
            <a:fillRect/>
          </a:stretch>
        </a:blipFill>
        <a:effectLst/>
      </p:bgPr>
    </p:bg>
    <p:spTree>
      <p:nvGrpSpPr>
        <p:cNvPr id="1" name="Shape 65">
          <a:extLst>
            <a:ext uri="{FF2B5EF4-FFF2-40B4-BE49-F238E27FC236}">
              <a16:creationId xmlns:a16="http://schemas.microsoft.com/office/drawing/2014/main" id="{D48E1645-063B-09BC-F293-FED7ECC0BF9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097C93F1-EBE7-EB4E-74C1-58E38670B0A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158971659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/>
          <a:stretch>
            <a:fillRect/>
          </a:stretch>
        </a:blipFill>
        <a:effectLst/>
      </p:bgPr>
    </p:bg>
    <p:spTree>
      <p:nvGrpSpPr>
        <p:cNvPr id="1" name="Shape 65">
          <a:extLst>
            <a:ext uri="{FF2B5EF4-FFF2-40B4-BE49-F238E27FC236}">
              <a16:creationId xmlns:a16="http://schemas.microsoft.com/office/drawing/2014/main" id="{B191C14E-3FF4-C0CF-05AA-E8CB8025671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485FD782-D77D-A60C-62FD-E297C6800CB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100175824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/>
          <a:stretch>
            <a:fillRect/>
          </a:stretch>
        </a:blipFill>
        <a:effectLst/>
      </p:bgPr>
    </p:bg>
    <p:spTree>
      <p:nvGrpSpPr>
        <p:cNvPr id="1" name="Shape 65">
          <a:extLst>
            <a:ext uri="{FF2B5EF4-FFF2-40B4-BE49-F238E27FC236}">
              <a16:creationId xmlns:a16="http://schemas.microsoft.com/office/drawing/2014/main" id="{B4942BD2-F047-0ABF-74B2-587068D8059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03196CAC-51FF-4C2A-7A7E-FA3C13884E6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72913137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/>
          <a:stretch>
            <a:fillRect/>
          </a:stretch>
        </a:blipFill>
        <a:effectLst/>
      </p:bgPr>
    </p:bg>
    <p:spTree>
      <p:nvGrpSpPr>
        <p:cNvPr id="1" name="Shape 65">
          <a:extLst>
            <a:ext uri="{FF2B5EF4-FFF2-40B4-BE49-F238E27FC236}">
              <a16:creationId xmlns:a16="http://schemas.microsoft.com/office/drawing/2014/main" id="{876BAB00-CC1D-7FB0-9F05-DB7FABBBFF5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38560CC1-E48C-DADB-F5D3-B581DCCDCA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10732356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/>
          <a:stretch>
            <a:fillRect/>
          </a:stretch>
        </a:blipFill>
        <a:effectLst/>
      </p:bgPr>
    </p:bg>
    <p:spTree>
      <p:nvGrpSpPr>
        <p:cNvPr id="1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16"/>
          <p:cNvSpPr txBox="1"/>
          <p:nvPr/>
        </p:nvSpPr>
        <p:spPr>
          <a:xfrm>
            <a:off x="2627975" y="1138325"/>
            <a:ext cx="65487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8534</TotalTime>
  <Words>0</Words>
  <Application>Microsoft Office PowerPoint</Application>
  <PresentationFormat>On-screen Show (16:9)</PresentationFormat>
  <Paragraphs>0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1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7" baseType="lpstr">
      <vt:lpstr>Arial</vt:lpstr>
      <vt:lpstr>Simple Light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User</dc:creator>
  <cp:lastModifiedBy>User</cp:lastModifiedBy>
  <cp:revision>62</cp:revision>
  <dcterms:created xsi:type="dcterms:W3CDTF">2025-05-08T01:04:59Z</dcterms:created>
  <dcterms:modified xsi:type="dcterms:W3CDTF">2026-08-20T06:27:36Z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E9A9DE205F0A57483B031C6814C417B0_43</vt:lpwstr>
  </property>
  <property fmtid="{D5CDD505-2E9C-101B-9397-08002B2CF9AE}" pid="3" name="KSOProductBuildVer">
    <vt:lpwstr>1033-12.8.2.14802</vt:lpwstr>
  </property>
</Properties>
</file>